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/>
            </a:pPr>
            <a:r>
              <a:t>이상훈 (SangHoon Lee)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i="1"/>
            </a:pPr>
            <a:r>
              <a:t>Full Stack AI Developer  |  Solution Architect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/>
            </a:pPr>
            <a:r>
              <a:t>AI 자동화 기반 IT 서비스 설계 및 데이터 기반 플랫폼 구축 전문가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400"/>
            </a:pPr>
            <a:r>
              <a:t>📧 Email: itsme.sanghoon@gmail.com   |   🌐 github.com/shlee-ai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• 생성형 AI 및 데이터 분석 중심 풀스택 개발자로서 10년 이상 실전 경험</a:t>
            </a:r>
            <a:br/>
            <a:r>
              <a:t>• Python, Django, React, Streamlit 등 최신 기술을 통한 E2E 플랫폼 구축</a:t>
            </a:r>
            <a:br/>
            <a:r>
              <a:t>• AI 자동화, 데이터 파이프라인, SaaS 서비스 아키텍처 설계 및 운영 역량 보유</a:t>
            </a:r>
            <a:br/>
            <a:r>
              <a:t>• 혁신, 기술 리더십, 비즈니스 임팩트 실현에 중점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Highlights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046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457200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프로젝트명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핵심 성과/기술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AI Video Generation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AI 영상 자동 생성 플랫폼 (생산성 60%↑)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Edge&amp;Next 의료정보 플랫폼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실시간 EMR 연동, 고가용성 인증 구조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Sales Admin System v3.0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AI 분석 BI Dashboard, 분석 효율 193%↑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MarketLink Survey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KoBERT+GPT LLM 설문 자동 분류, 150배 속도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Kakaopay Securities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서비스 트래픽 로그 분석/시각화 자동화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교육연수원 e-Learning 시스템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반응형 웹 UX 설계, 월 사용 30%↑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Backend:  Python (FastAPI), Node.js, PHP7.4</a:t>
            </a:r>
            <a:br/>
            <a:r>
              <a:t>Frontend: Vue.js, React, HTML5</a:t>
            </a:r>
            <a:br/>
            <a:r>
              <a:t>Database: MySQL, MariaDB, SQLite</a:t>
            </a:r>
            <a:br/>
            <a:r>
              <a:t>Infra/DevOps: Nginx, Docker, CentOS, LoadBalancer</a:t>
            </a:r>
            <a:br/>
            <a:r>
              <a:t>AI/ML: KoBERT, GPT-4, Claude API, TensorFlow</a:t>
            </a:r>
            <a:br/>
            <a:r>
              <a:t>Automation: Google Sheets API, n8n, OpenAPI, BI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046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217920"/>
              </a:tblGrid>
              <a:tr h="33528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주요 경력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2021~현재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베리타스커넥트 – 생성형 AI 플랫폼/LLM 인프라 구축 (Tech Lead)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2018~2021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아이너스 – 고객소통플랫폼·LMS 시스템 PM/개발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2015~2018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CJ E&amp;M – 미디어 솔루션/글로벌 디지털 전략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2009~2015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메조미디어 – 광고 플랫폼·데이터 분석 시스템 개발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2004~2009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KT-Alpha(구 KT하이텔) IT예산분석관리, Project Management Officer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Achievements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• 프로젝트 자동화로 평균 작업시간 70% 단축</a:t>
            </a:r>
            <a:br/>
            <a:r>
              <a:t>• 데이터 분석 정확도 95% 도달</a:t>
            </a:r>
            <a:br/>
            <a:r>
              <a:t>• 반복 업무 자동화율 80% (SaaS형 시스템)</a:t>
            </a:r>
            <a:br/>
            <a:r>
              <a:t>• 사용자 수 30%↑, 서버 부하 25%↓ (성공적 시스템 운영 &amp; 최적화)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Certifications &amp; Awards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정보처리기사 (한국산업인력공단)</a:t>
            </a:r>
          </a:p>
          <a:p>
            <a:r>
              <a:t>• 우수 프로젝트상 (메조미디어, 2014)</a:t>
            </a:r>
          </a:p>
          <a:p>
            <a:r>
              <a:t>• 기술리더상 (아이너스, 2019)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LLM 기반 데이터 분석 및 시각화 자동화 역량 고도화</a:t>
            </a:r>
          </a:p>
          <a:p>
            <a:r>
              <a:t>• 산업 맞춤형 AI 플랫폼 컨설팅</a:t>
            </a:r>
          </a:p>
          <a:p>
            <a:r>
              <a:t>• B2B SaaS 시스템 고도화 및 AI Ops 통합 추진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